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290" y="4613085"/>
            <a:ext cx="3320100" cy="769677"/>
          </a:xfrm>
        </p:spPr>
        <p:txBody>
          <a:bodyPr anchor="t">
            <a:normAutofit fontScale="40000" lnSpcReduction="20000"/>
          </a:bodyPr>
          <a:lstStyle/>
          <a:p>
            <a:r>
              <a:rPr lang="en-US" sz="1600" dirty="0"/>
              <a:t>                                             P.S.RAMNATH</a:t>
            </a:r>
          </a:p>
          <a:p>
            <a:r>
              <a:rPr lang="en-US" sz="1600" dirty="0"/>
              <a:t>                                             L.ID : 1259337</a:t>
            </a:r>
          </a:p>
          <a:p>
            <a:r>
              <a:rPr lang="en-US" sz="1600" dirty="0"/>
              <a:t>                                             PH,NO: 8190076494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265193-AEEC-C38B-E2F4-E8B9424B66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8123238" y="2264044"/>
            <a:ext cx="345421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CVD HEALTH 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9955-E130-77DE-B5B0-4490DA145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51D13-21CC-B567-9CCE-DB6B8C96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Cardiovascular disease prediction using machine learning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science approach for health analysis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 on early risk identification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prediction using classification algorithms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supervised learning techniques models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structured healthcare datasets</a:t>
            </a:r>
          </a:p>
        </p:txBody>
      </p:sp>
    </p:spTree>
    <p:extLst>
      <p:ext uri="{BB962C8B-B14F-4D97-AF65-F5344CB8AC3E}">
        <p14:creationId xmlns:p14="http://schemas.microsoft.com/office/powerpoint/2010/main" val="383427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93C6-34A1-5235-D67C-18FF6AB7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B3E8-A2A4-2D37-5F34-08712616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Heart disease cases increasing globally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Early detection remains challenging problem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prediction requires medical expertise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methods consume more time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automated intelligent prediction system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provides accurate solutions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49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944D-3DCF-D4ED-FCDA-96C5433F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D31F3-ED12-AA64-205F-576D3BB85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contains patient health records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Includes lifestyle medical history features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Contains categorical and numerical attributes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 variable indicates disease presence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collected from health surveys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divided training testing subsets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4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644F-DC28-4474-4B66-64AA83C9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6F789-D932-E4A1-C37A-8BC4B0374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Missing values handled using imputation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Categorical variables converted using encoding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Numerical features scaled using standardization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cleaned removing inconsistent values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selection improves model performance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dataset ready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427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0F67-37C6-A884-1139-73B06176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176C-D358-5682-E4B9-C51E836A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 vector machine classifier implemented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classification model applied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Models trained using training dataset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Hyperparameters optimized using search techniques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Predictions generated using testing dataset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models compared performance results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878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8EFC-F1EC-53F5-CF34-1222E6BBE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5763-3BC5-C52F-0BEE-FF853450C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Accuracy score measures overall performance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Confusion matrix shows prediction results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Precision evaluates positive prediction correctness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Recall measures detection capability strength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F1 score balances precision recall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Best model selected highest accuracy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71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6154-8DF5-AA80-BB28-16D3F00A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E1653-A23A-BB31-49AD-D4B830EAC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achieved better accuracy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 vector machine performed competitively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Important features influenced prediction outcome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Visualizations helped understand dataset patterns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reduces incorrect predictions significantly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 validate machine learning effectiveness</a:t>
            </a:r>
          </a:p>
        </p:txBody>
      </p:sp>
    </p:spTree>
    <p:extLst>
      <p:ext uri="{BB962C8B-B14F-4D97-AF65-F5344CB8AC3E}">
        <p14:creationId xmlns:p14="http://schemas.microsoft.com/office/powerpoint/2010/main" val="68352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8E8B-CB5A-A581-BF0E-16B32AFA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0FBDD-350B-1828-0BF1-26B07D417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predicts disease risk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Early prediction supports preventive healthcare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preprocessing improves model accuracy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performed best overall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demonstrates practical research value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work includes advanced algorithms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3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3405-F27F-86CB-77CD-43D61C4E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THANK YOU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251E0DF-600E-00D2-6499-8BB243F97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5572" y="2108200"/>
            <a:ext cx="5641182" cy="376078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01516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{22F44742-D97C-4686-9FBC-57B02BF0809F}TFb63a7776-4452-49b2-8055-21efce632b726e3c8758_win32-7d1db0309ca7</Template>
  <TotalTime>23</TotalTime>
  <Words>373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Franklin Gothic Book</vt:lpstr>
      <vt:lpstr>Times New Roman</vt:lpstr>
      <vt:lpstr>Custom</vt:lpstr>
      <vt:lpstr>CVD HEALTH  PREDICTION</vt:lpstr>
      <vt:lpstr>PROJECT INTRODUCTION</vt:lpstr>
      <vt:lpstr>PROBLEM STATEMENT</vt:lpstr>
      <vt:lpstr>DATASET INFORMATION</vt:lpstr>
      <vt:lpstr>DATA PREPROCESSING</vt:lpstr>
      <vt:lpstr>MACHINE LEARNING MODELS</vt:lpstr>
      <vt:lpstr>MODEL EVALUATION</vt:lpstr>
      <vt:lpstr>RESULTS DISCUSSION</vt:lpstr>
      <vt:lpstr>CONCLUSION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RAMNATH .P.S</dc:creator>
  <cp:lastModifiedBy>RAMNATH .P.S</cp:lastModifiedBy>
  <cp:revision>2</cp:revision>
  <dcterms:created xsi:type="dcterms:W3CDTF">2026-02-28T13:17:15Z</dcterms:created>
  <dcterms:modified xsi:type="dcterms:W3CDTF">2026-02-28T13:43:46Z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